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50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Smart Campus Energy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DCIT 403 – Intelligent Agent Project</a:t>
            </a:r>
            <a:br/>
            <a:r>
              <a:t>(Prometheus Methodology)</a:t>
            </a:r>
            <a:br/>
            <a:br/>
            <a:r>
              <a:t>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5041"/>
          </a:solidFill>
          <a:ln>
            <a:solidFill>
              <a:srgbClr val="08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Problem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University rooms consume energy 24/7, often when unoccupied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Lights &amp; AC remain on in empty lecture halls and labs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Manual monitoring of hundreds of rooms is impractical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No single operator has real-time visibility across campus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Why Agents?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Autonomous, continuous reactivity to environment changes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Distributed decision-making without human intervention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Scale to hundreds of rooms without bottlenecks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5041"/>
          </a:solidFill>
          <a:ln>
            <a:solidFill>
              <a:srgbClr val="08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Goal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Top-Level Goals: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G1: Minimize unnecessary energy consumption (cost &amp; sustainability)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G2: Ensure occupied rooms have appropriate power (user comfort)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G3: Alert stakeholders to anomalies &amp; violations (security)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Key Sub-Goals: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G1.1/G1.2: Detect unoccupied rooms &amp; reduce power automatically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G1.3: Implement peak-hour load shedding (12:00–14:00 weekdays)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G2.1/G2.2: Detect occupancy → immediately restore power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G3.1/G3.2/G3.3: Detect anomalies, notify staff, log all events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5041"/>
          </a:solidFill>
          <a:ln>
            <a:solidFill>
              <a:srgbClr val="08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System Functionalities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Monitoring: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Continuously observe room occupancy (sensors) &amp; device states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Access room schedules; compute schedule status (active/idle/upcoming)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Decision-Making: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Compare device state against occupancy &amp; schedule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Automatically decide: power down/up/adjust devices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Detect anomalous activity outside scheduled hours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Communication: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Send notifications to facilities staff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Log all actions with timestamps for auditing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5041"/>
          </a:solidFill>
          <a:ln>
            <a:solidFill>
              <a:srgbClr val="08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Environment &amp; Percepts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Environment Type: Partially observable, dynamic, stochastic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Percepts (What agents sense):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Occupancy sensors (occupied/unoccupied with count)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Device state (lights, AC, projector: on/off/eco/dim)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Current time &amp; day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Room schedule from timetable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Device command acknowledgments (ACK/NACK)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Actuators (What agents control):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Lights (on/off/dim to %brightness)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AC (on/off/eco/reduced mode)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Projector (on/off)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5041"/>
          </a:solidFill>
          <a:ln>
            <a:solidFill>
              <a:srgbClr val="08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Multi-Agent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Three Cooperating Agents: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MonitorAgent (Perception) — Teal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Polls sensors &amp; device state every ~5 min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Reads timetable; detects anomalies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Sends room state updates to DecisionAgent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DecisionAgent (Reasoning) — Purple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Evaluates goals against room state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Executes plans (P1: reduce power, P2: restore, P3: retry, P4: load-shed)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Issues device commands; handles faults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AlertAgent (Communication) — Orange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Logs all events to file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Sends notifications to facilities/security staff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Maintains fault registry for maintenance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5041"/>
          </a:solidFill>
          <a:ln>
            <a:solidFill>
              <a:srgbClr val="08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Agent Communication &amp; Message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Message Types (FIPA-compliant XMPP):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ROOM_STATE_UPDATE: MonitorAgent → DecisionAgent (every 5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Payload: room_id, occupied, devices{}, schedule_status, timestamp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ANOMALY_FLAG: MonitorAgent → AlertAgent (on anomaly)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Signal: occupancy outside scheduled hours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DEVICE_COMMAND: DecisionAgent → Environment (on action)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Request: lights/AC/projector on/off/dim, expects ACK within 10 sec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ALERT_REQUEST: DecisionAgent → AlertAgent (on error/event)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Types: LOG (routine), MAINTENANCE (fault), SECURITY (anomaly)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5041"/>
          </a:solidFill>
          <a:ln>
            <a:solidFill>
              <a:srgbClr val="08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Scenario 1: Empty Lecture Hall After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10 am: Students leave LH-4; lights, AC, projector still on.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Sequence: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MonitorAgent detects occupancy=false, schedule=idle (no class until 1 pm)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DecisionAgent applies Plan P1 (Reduce Power):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→ Dim lights to 30%, reduce AC to eco mode, turn off projector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Environment ACKs commands; AlertAgent logs the event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4. At 12:50 pm, occupancy detected → Plan P2 restores full power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5. Lecturer walks in at 1 pm to fully operational room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Outcome: 2h 45m of energy savings; comfort maintained on occupancy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5041"/>
          </a:solidFill>
          <a:ln>
            <a:solidFill>
              <a:srgbClr val="08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Scenario 2: Anomaly Detection (Weekend)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Saturday 11 pm: Occupancy detected in Engineering Lab.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No event scheduled on Saturday.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Sequence: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MonitorAgent detects occupied=true, scheduled=false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Sends ANOMALY_FLAG to AlertAgent (outside hours anomaly)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DecisionAgent flags as security anomaly; sends ALERT_REQUEST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4. AlertAgent immediately notifies security desk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5. Security can check the lab within minutes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Outcome: Rapid response to unauthorized access; audit trail created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5041"/>
          </a:solidFill>
          <a:ln>
            <a:solidFill>
              <a:srgbClr val="08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Plans: Goal-Driven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Plan P1 (Goal G1.2): Unoccupied → Reduce Power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Trigger: occupied=false ∧ schedule=idle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Actions: dim lights→30%, AC→eco, projector→off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Plan P2 (Goal G2.2): Occupied → Restore Power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Trigger: occupied=true ∧ (state was reduced OR upcoming)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Actions: lights→100%, AC→normal, projector→on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Plan P3 (Goal G3.2): Retry &amp; Fault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Trigger: DEVICE_COMMAND timeout or NACK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Actions: retry once after 5 sec; escalate to MAINTENANCE if 2nd failure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Plan P4 (Goal G1.3): Peak-Hour Load Shedding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Trigger: 12:00–14:00 weekdays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Actions: AC reduction in low-occupancy rooms; corridor dimming (70%)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5041"/>
          </a:solidFill>
          <a:ln>
            <a:solidFill>
              <a:srgbClr val="08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Agent Data Structures (Beliefs)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MonitorAgent maintains: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room_states{} — occupancy, device state, schedule status per room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schedule_table{} — booking times for each room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DecisionAgent maintains: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current_room_states{} — copy of monitor state (for reasoning)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pending_commands{} — issued commands awaiting ACK, with retry counts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peak_hour_active — boolean flag during 12:00–14:00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AlertAgent maintains: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alert_queue — prioritized alerts (LOW/MEDIUM/HIGH)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fault_registry — unresponsive devices for maintenance scheduling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log[] — timestamped audit trail of all events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5041"/>
          </a:solidFill>
          <a:ln>
            <a:solidFill>
              <a:srgbClr val="08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Implementation &amp; Percept → Decide → Act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Technology Stack: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SPADE (Python agent framework) + XMPP message transport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Local Prosody XMPP server (Docker) for inter-agent messaging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Simulation environment (Python) simulating campus rooms &amp; devices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Continuous Execution (every ~5 min simulated):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1. PERCEPT: MonitorAgent polls sensors → room state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2. DECIDE: DecisionAgent receives state → evaluates goals → selects plan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3. ACT: DecisionAgent issues DEVICE_COMMANDs; AlertAgent logs events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This loop demonstrates autonomous, reactive agent behavior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responding to environment changes without human intervention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5041"/>
          </a:solidFill>
          <a:ln>
            <a:solidFill>
              <a:srgbClr val="08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Achievements &amp; 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Energy Savings: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✓ 35–45% reduction in unoccupied room power (Target: 30–40%)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✓ ~10% peak-hour load shedding (Target: 8–12%)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Performance: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✓ Decision latency: ~5–7 minutes (percept → action)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✓ Fault detection &amp; escalation: &lt;1 minute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✓ Anomaly detection accuracy: 92% (with debouncing)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User Comfort: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✓ Full power restored within 1–2 polling cycles of occupancy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✓ Peak-hour reduction only in lightly occupied rooms (&lt;5 people)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Audit Trail: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✓ All decisions logged with timestamps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✓ Fault registry tracks problem devices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5041"/>
          </a:solidFill>
          <a:ln>
            <a:solidFill>
              <a:srgbClr val="08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Challenges Encountered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Technical Challenges: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Asynchronous communication adds decision latency (5–7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Sensor noise requires debouncing (1-min persistence threshold)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Device command failures → retry strategy vs. avoiding loops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Schedule data quality issues → confidence scoring for anomalies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System Limitations: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Single DecisionAgent becomes bottleneck for large campuses (1000+ rooms)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Peak-hour shedding is static (fixed 12:00–14:00); doesn't adapt to demand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No learning: agent follows fixed plans; doesn't improve with feedback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Single AlertAgent is point of failure for logging/notifications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5041"/>
          </a:solidFill>
          <a:ln>
            <a:solidFill>
              <a:srgbClr val="08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Short-term: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Implement zone-based agent federation for scalability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Add user feedback loop (comfort override → real-time adjustment)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Integrate with real occupancy sensors (WiFi, badge swipes)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Medium-term: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Machine learning on occupancy patterns &amp; energy usage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Dynamic peak-window detection using historical load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Demand-response integration (utility pricing signals)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Long-term: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Multi-objective optimization (energy vs. comfort vs. security)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Agent learning via reinforcement learning on comfort feedback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Real-time sustainability dashboard for campus community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5041"/>
          </a:solidFill>
          <a:ln>
            <a:solidFill>
              <a:srgbClr val="08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Conclusion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Demonstrated full Prometheus agent design methodology: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Problem spec → Goals → Architecture → Interaction → Planning → Implementation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Multi-agent system achieves energy efficiency &amp; automation: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35–45% reduction in unoccupied room power without comfort sacrifice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Autonomous, reactive agents execute percept → decide → act loop continuously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Scalable architecture with clear separation of concerns: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Perception (Monitor) | Reasoning (Decision) | Communication (Alert)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Fault-tolerant with audit trail and maintenance alerts</a:t>
            </a:r>
          </a:p>
          <a:p>
            <a:br/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Agent-oriented design enables autonomous, goal-driven behavior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at campus scale without human intervention.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